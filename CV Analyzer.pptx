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0" r:id="rId2"/>
    <p:sldId id="261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52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4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0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9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4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61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AI </a:t>
            </a:r>
            <a:r>
              <a:rPr dirty="0"/>
              <a:t>CV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Full-stack </a:t>
            </a:r>
            <a:r>
              <a:rPr dirty="0"/>
              <a:t>resume analysis system</a:t>
            </a:r>
          </a:p>
          <a:p>
            <a:r>
              <a:rPr dirty="0" smtClean="0"/>
              <a:t>Built </a:t>
            </a:r>
            <a:r>
              <a:rPr dirty="0"/>
              <a:t>using ASP.NET Core Razor Pages</a:t>
            </a:r>
          </a:p>
          <a:p>
            <a:r>
              <a:rPr dirty="0" smtClean="0"/>
              <a:t>AI-powered </a:t>
            </a:r>
            <a:r>
              <a:rPr dirty="0"/>
              <a:t>feedback using </a:t>
            </a:r>
            <a:r>
              <a:rPr dirty="0" err="1"/>
              <a:t>Ollama</a:t>
            </a:r>
            <a:endParaRPr dirty="0"/>
          </a:p>
          <a:p>
            <a:r>
              <a:rPr dirty="0" smtClean="0"/>
              <a:t>Supports </a:t>
            </a:r>
            <a:r>
              <a:rPr dirty="0"/>
              <a:t>PDF and DOCX resumes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Analyzer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CV</a:t>
            </a:r>
          </a:p>
          <a:p>
            <a:r>
              <a:t>2. File saved on server</a:t>
            </a:r>
          </a:p>
          <a:p>
            <a:r>
              <a:t>3. Text extraction using PdfPig/OpenXML</a:t>
            </a:r>
          </a:p>
          <a:p>
            <a:r>
              <a:t>4. Structured prompt sent to Llama 3</a:t>
            </a:r>
          </a:p>
          <a:p>
            <a:r>
              <a:t>5. AI returns JSON analysis</a:t>
            </a:r>
          </a:p>
          <a:p>
            <a:r>
              <a:t>6. Results displayed and stored in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Analyzer –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Resume </a:t>
            </a:r>
            <a:r>
              <a:rPr dirty="0"/>
              <a:t>scoring</a:t>
            </a:r>
          </a:p>
          <a:p>
            <a:r>
              <a:rPr dirty="0" smtClean="0"/>
              <a:t>Skills </a:t>
            </a:r>
            <a:r>
              <a:rPr dirty="0"/>
              <a:t>extraction</a:t>
            </a:r>
          </a:p>
          <a:p>
            <a:r>
              <a:rPr dirty="0" smtClean="0"/>
              <a:t>Strength </a:t>
            </a:r>
            <a:r>
              <a:rPr dirty="0"/>
              <a:t>identification</a:t>
            </a:r>
          </a:p>
          <a:p>
            <a:r>
              <a:rPr dirty="0" smtClean="0"/>
              <a:t>Weakness </a:t>
            </a:r>
            <a:r>
              <a:rPr dirty="0"/>
              <a:t>detection</a:t>
            </a:r>
          </a:p>
          <a:p>
            <a:r>
              <a:rPr dirty="0" smtClean="0"/>
              <a:t>Improvement </a:t>
            </a:r>
            <a:r>
              <a:rPr dirty="0"/>
              <a:t>suggestions</a:t>
            </a:r>
          </a:p>
          <a:p>
            <a:r>
              <a:rPr dirty="0" smtClean="0"/>
              <a:t>User </a:t>
            </a:r>
            <a:r>
              <a:rPr dirty="0"/>
              <a:t>authentication and history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Analyzer –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Razor Pages</a:t>
            </a:r>
          </a:p>
          <a:p>
            <a:r>
              <a:t>Backend: ASP.NET Core (C#)</a:t>
            </a:r>
          </a:p>
          <a:p>
            <a:r>
              <a:t>Database: SQL Server</a:t>
            </a:r>
          </a:p>
          <a:p>
            <a:r>
              <a:t>AI Model: Ollama + Llama 3</a:t>
            </a:r>
          </a:p>
          <a:p>
            <a:r>
              <a:t>PDF Library: PdfPig</a:t>
            </a:r>
          </a:p>
          <a:p>
            <a:r>
              <a:t>DOCX Library: OpenXML SDK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Full-stack </a:t>
            </a:r>
            <a:r>
              <a:rPr dirty="0"/>
              <a:t>AI application development</a:t>
            </a:r>
          </a:p>
          <a:p>
            <a:r>
              <a:rPr dirty="0" smtClean="0"/>
              <a:t>LLM </a:t>
            </a:r>
            <a:r>
              <a:rPr dirty="0"/>
              <a:t>integration</a:t>
            </a:r>
          </a:p>
          <a:p>
            <a:r>
              <a:rPr dirty="0" smtClean="0"/>
              <a:t> </a:t>
            </a:r>
            <a:r>
              <a:rPr dirty="0"/>
              <a:t>RAG architecture implementation</a:t>
            </a:r>
          </a:p>
          <a:p>
            <a:r>
              <a:rPr dirty="0" smtClean="0"/>
              <a:t> </a:t>
            </a:r>
            <a:r>
              <a:rPr dirty="0"/>
              <a:t>Vector database management</a:t>
            </a:r>
          </a:p>
          <a:p>
            <a:r>
              <a:rPr dirty="0" smtClean="0"/>
              <a:t> </a:t>
            </a:r>
            <a:r>
              <a:rPr dirty="0"/>
              <a:t>File processing and API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230</TotalTime>
  <Words>144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Rockwell</vt:lpstr>
      <vt:lpstr>Wingdings</vt:lpstr>
      <vt:lpstr>Atlas</vt:lpstr>
      <vt:lpstr>AI CV Analyzer</vt:lpstr>
      <vt:lpstr>CV Analyzer – Workflow</vt:lpstr>
      <vt:lpstr>CV Analyzer – Features</vt:lpstr>
      <vt:lpstr>CV Analyzer – Tech Stack</vt:lpstr>
      <vt:lpstr>Key Learning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RAG Paper Analyzer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2026-06-06T22:53:51Z</dcterms:modified>
  <cp:category/>
</cp:coreProperties>
</file>